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удолад Ярослав Сергійович" userId="4fdd9bf2-ce48-4e70-bf4f-a7607616b4a8" providerId="ADAL" clId="{F1152C23-5F40-421C-A49C-943A22090ABC}"/>
    <pc:docChg chg="undo redo custSel addSld modSld">
      <pc:chgData name="Дудолад Ярослав Сергійович" userId="4fdd9bf2-ce48-4e70-bf4f-a7607616b4a8" providerId="ADAL" clId="{F1152C23-5F40-421C-A49C-943A22090ABC}" dt="2026-01-20T18:12:55.819" v="749" actId="20577"/>
      <pc:docMkLst>
        <pc:docMk/>
      </pc:docMkLst>
      <pc:sldChg chg="modSp new mod">
        <pc:chgData name="Дудолад Ярослав Сергійович" userId="4fdd9bf2-ce48-4e70-bf4f-a7607616b4a8" providerId="ADAL" clId="{F1152C23-5F40-421C-A49C-943A22090ABC}" dt="2026-01-19T20:58:25.120" v="90" actId="20577"/>
        <pc:sldMkLst>
          <pc:docMk/>
          <pc:sldMk cId="3373503391" sldId="256"/>
        </pc:sldMkLst>
        <pc:spChg chg="mod">
          <ac:chgData name="Дудолад Ярослав Сергійович" userId="4fdd9bf2-ce48-4e70-bf4f-a7607616b4a8" providerId="ADAL" clId="{F1152C23-5F40-421C-A49C-943A22090ABC}" dt="2026-01-19T20:57:47.840" v="62" actId="1076"/>
          <ac:spMkLst>
            <pc:docMk/>
            <pc:sldMk cId="3373503391" sldId="256"/>
            <ac:spMk id="2" creationId="{69A2E7FD-8C87-4A67-A596-07F28AFA86B8}"/>
          </ac:spMkLst>
        </pc:spChg>
        <pc:spChg chg="mod">
          <ac:chgData name="Дудолад Ярослав Сергійович" userId="4fdd9bf2-ce48-4e70-bf4f-a7607616b4a8" providerId="ADAL" clId="{F1152C23-5F40-421C-A49C-943A22090ABC}" dt="2026-01-19T20:58:25.120" v="90" actId="20577"/>
          <ac:spMkLst>
            <pc:docMk/>
            <pc:sldMk cId="3373503391" sldId="256"/>
            <ac:spMk id="3" creationId="{E155F10D-5F08-479E-B198-661A20CE5E66}"/>
          </ac:spMkLst>
        </pc:spChg>
      </pc:sldChg>
      <pc:sldChg chg="modSp new mod">
        <pc:chgData name="Дудолад Ярослав Сергійович" userId="4fdd9bf2-ce48-4e70-bf4f-a7607616b4a8" providerId="ADAL" clId="{F1152C23-5F40-421C-A49C-943A22090ABC}" dt="2026-01-19T21:05:54.005" v="224" actId="14100"/>
        <pc:sldMkLst>
          <pc:docMk/>
          <pc:sldMk cId="2628426356" sldId="257"/>
        </pc:sldMkLst>
        <pc:spChg chg="mod">
          <ac:chgData name="Дудолад Ярослав Сергійович" userId="4fdd9bf2-ce48-4e70-bf4f-a7607616b4a8" providerId="ADAL" clId="{F1152C23-5F40-421C-A49C-943A22090ABC}" dt="2026-01-19T21:00:36.491" v="143" actId="1076"/>
          <ac:spMkLst>
            <pc:docMk/>
            <pc:sldMk cId="2628426356" sldId="257"/>
            <ac:spMk id="2" creationId="{F3125BDC-61A9-4D07-8D48-45625C0FB541}"/>
          </ac:spMkLst>
        </pc:spChg>
        <pc:spChg chg="mod">
          <ac:chgData name="Дудолад Ярослав Сергійович" userId="4fdd9bf2-ce48-4e70-bf4f-a7607616b4a8" providerId="ADAL" clId="{F1152C23-5F40-421C-A49C-943A22090ABC}" dt="2026-01-19T21:05:54.005" v="224" actId="14100"/>
          <ac:spMkLst>
            <pc:docMk/>
            <pc:sldMk cId="2628426356" sldId="257"/>
            <ac:spMk id="3" creationId="{6D8A7BCC-7A41-44D1-B0A0-C8D8DC63A345}"/>
          </ac:spMkLst>
        </pc:spChg>
      </pc:sldChg>
      <pc:sldChg chg="addSp delSp modSp new mod">
        <pc:chgData name="Дудолад Ярослав Сергійович" userId="4fdd9bf2-ce48-4e70-bf4f-a7607616b4a8" providerId="ADAL" clId="{F1152C23-5F40-421C-A49C-943A22090ABC}" dt="2026-01-20T18:12:42.062" v="745" actId="14100"/>
        <pc:sldMkLst>
          <pc:docMk/>
          <pc:sldMk cId="2840308681" sldId="258"/>
        </pc:sldMkLst>
        <pc:picChg chg="add del mod">
          <ac:chgData name="Дудолад Ярослав Сергійович" userId="4fdd9bf2-ce48-4e70-bf4f-a7607616b4a8" providerId="ADAL" clId="{F1152C23-5F40-421C-A49C-943A22090ABC}" dt="2026-01-19T21:09:16.647" v="229" actId="478"/>
          <ac:picMkLst>
            <pc:docMk/>
            <pc:sldMk cId="2840308681" sldId="258"/>
            <ac:picMk id="5" creationId="{7363627E-18D7-4517-8BAA-138B2D6317D8}"/>
          </ac:picMkLst>
        </pc:picChg>
        <pc:picChg chg="add mod">
          <ac:chgData name="Дудолад Ярослав Сергійович" userId="4fdd9bf2-ce48-4e70-bf4f-a7607616b4a8" providerId="ADAL" clId="{F1152C23-5F40-421C-A49C-943A22090ABC}" dt="2026-01-20T18:12:42.062" v="745" actId="14100"/>
          <ac:picMkLst>
            <pc:docMk/>
            <pc:sldMk cId="2840308681" sldId="258"/>
            <ac:picMk id="7" creationId="{B5834190-1503-4239-832A-7A6953F582B3}"/>
          </ac:picMkLst>
        </pc:picChg>
      </pc:sldChg>
      <pc:sldChg chg="modSp new mod">
        <pc:chgData name="Дудолад Ярослав Сергійович" userId="4fdd9bf2-ce48-4e70-bf4f-a7607616b4a8" providerId="ADAL" clId="{F1152C23-5F40-421C-A49C-943A22090ABC}" dt="2026-01-19T21:11:23.051" v="261"/>
        <pc:sldMkLst>
          <pc:docMk/>
          <pc:sldMk cId="899689189" sldId="259"/>
        </pc:sldMkLst>
        <pc:spChg chg="mod">
          <ac:chgData name="Дудолад Ярослав Сергійович" userId="4fdd9bf2-ce48-4e70-bf4f-a7607616b4a8" providerId="ADAL" clId="{F1152C23-5F40-421C-A49C-943A22090ABC}" dt="2026-01-19T21:10:57.875" v="252" actId="1076"/>
          <ac:spMkLst>
            <pc:docMk/>
            <pc:sldMk cId="899689189" sldId="259"/>
            <ac:spMk id="2" creationId="{438B06C6-E995-4640-A967-B0434B807488}"/>
          </ac:spMkLst>
        </pc:spChg>
        <pc:spChg chg="mod">
          <ac:chgData name="Дудолад Ярослав Сергійович" userId="4fdd9bf2-ce48-4e70-bf4f-a7607616b4a8" providerId="ADAL" clId="{F1152C23-5F40-421C-A49C-943A22090ABC}" dt="2026-01-19T21:11:23.051" v="261"/>
          <ac:spMkLst>
            <pc:docMk/>
            <pc:sldMk cId="899689189" sldId="259"/>
            <ac:spMk id="3" creationId="{EFB1D349-42C1-4065-8BE0-F41CF4A2198C}"/>
          </ac:spMkLst>
        </pc:spChg>
      </pc:sldChg>
      <pc:sldChg chg="addSp modSp new mod">
        <pc:chgData name="Дудолад Ярослав Сергійович" userId="4fdd9bf2-ce48-4e70-bf4f-a7607616b4a8" providerId="ADAL" clId="{F1152C23-5F40-421C-A49C-943A22090ABC}" dt="2026-01-19T21:23:09.681" v="625" actId="1076"/>
        <pc:sldMkLst>
          <pc:docMk/>
          <pc:sldMk cId="2555138026" sldId="260"/>
        </pc:sldMkLst>
        <pc:spChg chg="mod">
          <ac:chgData name="Дудолад Ярослав Сергійович" userId="4fdd9bf2-ce48-4e70-bf4f-a7607616b4a8" providerId="ADAL" clId="{F1152C23-5F40-421C-A49C-943A22090ABC}" dt="2026-01-19T21:13:29.202" v="282" actId="1076"/>
          <ac:spMkLst>
            <pc:docMk/>
            <pc:sldMk cId="2555138026" sldId="260"/>
            <ac:spMk id="2" creationId="{E7A7DF85-B362-47C9-ABCA-004CD8AEC89A}"/>
          </ac:spMkLst>
        </pc:spChg>
        <pc:spChg chg="mod">
          <ac:chgData name="Дудолад Ярослав Сергійович" userId="4fdd9bf2-ce48-4e70-bf4f-a7607616b4a8" providerId="ADAL" clId="{F1152C23-5F40-421C-A49C-943A22090ABC}" dt="2026-01-19T21:23:09.681" v="625" actId="1076"/>
          <ac:spMkLst>
            <pc:docMk/>
            <pc:sldMk cId="2555138026" sldId="260"/>
            <ac:spMk id="3" creationId="{F218ED98-6CBE-49FB-98CB-8015F1522D88}"/>
          </ac:spMkLst>
        </pc:spChg>
        <pc:picChg chg="add mod">
          <ac:chgData name="Дудолад Ярослав Сергійович" userId="4fdd9bf2-ce48-4e70-bf4f-a7607616b4a8" providerId="ADAL" clId="{F1152C23-5F40-421C-A49C-943A22090ABC}" dt="2026-01-19T21:23:09.131" v="624" actId="1076"/>
          <ac:picMkLst>
            <pc:docMk/>
            <pc:sldMk cId="2555138026" sldId="260"/>
            <ac:picMk id="5" creationId="{DB606122-694A-4D0A-9E30-646AFEE7A6E6}"/>
          </ac:picMkLst>
        </pc:picChg>
      </pc:sldChg>
      <pc:sldChg chg="addSp delSp modSp new mod">
        <pc:chgData name="Дудолад Ярослав Сергійович" userId="4fdd9bf2-ce48-4e70-bf4f-a7607616b4a8" providerId="ADAL" clId="{F1152C23-5F40-421C-A49C-943A22090ABC}" dt="2026-01-19T21:26:16.026" v="675" actId="14100"/>
        <pc:sldMkLst>
          <pc:docMk/>
          <pc:sldMk cId="2730299999" sldId="261"/>
        </pc:sldMkLst>
        <pc:spChg chg="mod">
          <ac:chgData name="Дудолад Ярослав Сергійович" userId="4fdd9bf2-ce48-4e70-bf4f-a7607616b4a8" providerId="ADAL" clId="{F1152C23-5F40-421C-A49C-943A22090ABC}" dt="2026-01-19T21:19:19.663" v="583" actId="20577"/>
          <ac:spMkLst>
            <pc:docMk/>
            <pc:sldMk cId="2730299999" sldId="261"/>
            <ac:spMk id="2" creationId="{BEECB7FB-F3E6-4103-8228-EF2A3445D4D5}"/>
          </ac:spMkLst>
        </pc:spChg>
        <pc:picChg chg="add del mod">
          <ac:chgData name="Дудолад Ярослав Сергійович" userId="4fdd9bf2-ce48-4e70-bf4f-a7607616b4a8" providerId="ADAL" clId="{F1152C23-5F40-421C-A49C-943A22090ABC}" dt="2026-01-19T21:20:34.964" v="589" actId="478"/>
          <ac:picMkLst>
            <pc:docMk/>
            <pc:sldMk cId="2730299999" sldId="261"/>
            <ac:picMk id="5" creationId="{4C19AC86-280D-4ACE-A400-3B818B3552D8}"/>
          </ac:picMkLst>
        </pc:picChg>
        <pc:picChg chg="add del mod">
          <ac:chgData name="Дудолад Ярослав Сергійович" userId="4fdd9bf2-ce48-4e70-bf4f-a7607616b4a8" providerId="ADAL" clId="{F1152C23-5F40-421C-A49C-943A22090ABC}" dt="2026-01-19T21:20:34.964" v="589" actId="478"/>
          <ac:picMkLst>
            <pc:docMk/>
            <pc:sldMk cId="2730299999" sldId="261"/>
            <ac:picMk id="7" creationId="{120345C0-C301-4977-9B80-1EDBBF7F43F0}"/>
          </ac:picMkLst>
        </pc:picChg>
        <pc:picChg chg="add del mod">
          <ac:chgData name="Дудолад Ярослав Сергійович" userId="4fdd9bf2-ce48-4e70-bf4f-a7607616b4a8" providerId="ADAL" clId="{F1152C23-5F40-421C-A49C-943A22090ABC}" dt="2026-01-19T21:20:34.964" v="589" actId="478"/>
          <ac:picMkLst>
            <pc:docMk/>
            <pc:sldMk cId="2730299999" sldId="261"/>
            <ac:picMk id="9" creationId="{20F75347-C185-4A71-986D-97CDB98C58A8}"/>
          </ac:picMkLst>
        </pc:picChg>
        <pc:picChg chg="add del mod">
          <ac:chgData name="Дудолад Ярослав Сергійович" userId="4fdd9bf2-ce48-4e70-bf4f-a7607616b4a8" providerId="ADAL" clId="{F1152C23-5F40-421C-A49C-943A22090ABC}" dt="2026-01-19T21:20:34.964" v="589" actId="478"/>
          <ac:picMkLst>
            <pc:docMk/>
            <pc:sldMk cId="2730299999" sldId="261"/>
            <ac:picMk id="11" creationId="{BBF20EDB-258B-4784-A547-102C00772557}"/>
          </ac:picMkLst>
        </pc:picChg>
        <pc:picChg chg="add del mod">
          <ac:chgData name="Дудолад Ярослав Сергійович" userId="4fdd9bf2-ce48-4e70-bf4f-a7607616b4a8" providerId="ADAL" clId="{F1152C23-5F40-421C-A49C-943A22090ABC}" dt="2026-01-19T21:20:34.964" v="589" actId="478"/>
          <ac:picMkLst>
            <pc:docMk/>
            <pc:sldMk cId="2730299999" sldId="261"/>
            <ac:picMk id="13" creationId="{F5417A04-F790-4425-9383-8FEBC237B21B}"/>
          </ac:picMkLst>
        </pc:picChg>
        <pc:picChg chg="add mod">
          <ac:chgData name="Дудолад Ярослав Сергійович" userId="4fdd9bf2-ce48-4e70-bf4f-a7607616b4a8" providerId="ADAL" clId="{F1152C23-5F40-421C-A49C-943A22090ABC}" dt="2026-01-19T21:25:55.534" v="667" actId="14100"/>
          <ac:picMkLst>
            <pc:docMk/>
            <pc:sldMk cId="2730299999" sldId="261"/>
            <ac:picMk id="15" creationId="{5E5DC44A-4713-45F1-A837-E56DC6741AC1}"/>
          </ac:picMkLst>
        </pc:picChg>
        <pc:picChg chg="add mod">
          <ac:chgData name="Дудолад Ярослав Сергійович" userId="4fdd9bf2-ce48-4e70-bf4f-a7607616b4a8" providerId="ADAL" clId="{F1152C23-5F40-421C-A49C-943A22090ABC}" dt="2026-01-19T21:25:51.231" v="666" actId="14100"/>
          <ac:picMkLst>
            <pc:docMk/>
            <pc:sldMk cId="2730299999" sldId="261"/>
            <ac:picMk id="17" creationId="{A5EF708B-5E76-4B4F-8E93-EF6358294282}"/>
          </ac:picMkLst>
        </pc:picChg>
        <pc:picChg chg="add mod">
          <ac:chgData name="Дудолад Ярослав Сергійович" userId="4fdd9bf2-ce48-4e70-bf4f-a7607616b4a8" providerId="ADAL" clId="{F1152C23-5F40-421C-A49C-943A22090ABC}" dt="2026-01-19T21:26:08.975" v="672" actId="14100"/>
          <ac:picMkLst>
            <pc:docMk/>
            <pc:sldMk cId="2730299999" sldId="261"/>
            <ac:picMk id="19" creationId="{22683BC5-F603-4576-9DFA-C298F3D14862}"/>
          </ac:picMkLst>
        </pc:picChg>
        <pc:picChg chg="add mod">
          <ac:chgData name="Дудолад Ярослав Сергійович" userId="4fdd9bf2-ce48-4e70-bf4f-a7607616b4a8" providerId="ADAL" clId="{F1152C23-5F40-421C-A49C-943A22090ABC}" dt="2026-01-19T21:25:58.601" v="668" actId="14100"/>
          <ac:picMkLst>
            <pc:docMk/>
            <pc:sldMk cId="2730299999" sldId="261"/>
            <ac:picMk id="21" creationId="{4447BE36-2908-416B-880B-49C23A7015C7}"/>
          </ac:picMkLst>
        </pc:picChg>
        <pc:picChg chg="add mod">
          <ac:chgData name="Дудолад Ярослав Сергійович" userId="4fdd9bf2-ce48-4e70-bf4f-a7607616b4a8" providerId="ADAL" clId="{F1152C23-5F40-421C-A49C-943A22090ABC}" dt="2026-01-19T21:26:06.188" v="671" actId="14100"/>
          <ac:picMkLst>
            <pc:docMk/>
            <pc:sldMk cId="2730299999" sldId="261"/>
            <ac:picMk id="23" creationId="{3C46E8FF-16E6-4F05-85ED-E3C330327763}"/>
          </ac:picMkLst>
        </pc:picChg>
        <pc:picChg chg="add mod">
          <ac:chgData name="Дудолад Ярослав Сергійович" userId="4fdd9bf2-ce48-4e70-bf4f-a7607616b4a8" providerId="ADAL" clId="{F1152C23-5F40-421C-A49C-943A22090ABC}" dt="2026-01-19T21:26:16.026" v="675" actId="14100"/>
          <ac:picMkLst>
            <pc:docMk/>
            <pc:sldMk cId="2730299999" sldId="261"/>
            <ac:picMk id="25" creationId="{E1F057D5-0FE1-4928-B871-4EA6F2B796E2}"/>
          </ac:picMkLst>
        </pc:picChg>
      </pc:sldChg>
      <pc:sldChg chg="addSp delSp modSp new mod">
        <pc:chgData name="Дудолад Ярослав Сергійович" userId="4fdd9bf2-ce48-4e70-bf4f-a7607616b4a8" providerId="ADAL" clId="{F1152C23-5F40-421C-A49C-943A22090ABC}" dt="2026-01-20T18:12:55.819" v="749" actId="20577"/>
        <pc:sldMkLst>
          <pc:docMk/>
          <pc:sldMk cId="775558450" sldId="262"/>
        </pc:sldMkLst>
        <pc:spChg chg="mod">
          <ac:chgData name="Дудолад Ярослав Сергійович" userId="4fdd9bf2-ce48-4e70-bf4f-a7607616b4a8" providerId="ADAL" clId="{F1152C23-5F40-421C-A49C-943A22090ABC}" dt="2026-01-20T18:12:55.819" v="749" actId="20577"/>
          <ac:spMkLst>
            <pc:docMk/>
            <pc:sldMk cId="775558450" sldId="262"/>
            <ac:spMk id="2" creationId="{209F9F1D-F2E8-4EA0-BD69-187CA12A54C2}"/>
          </ac:spMkLst>
        </pc:spChg>
        <pc:spChg chg="add del mod">
          <ac:chgData name="Дудолад Ярослав Сергійович" userId="4fdd9bf2-ce48-4e70-bf4f-a7607616b4a8" providerId="ADAL" clId="{F1152C23-5F40-421C-A49C-943A22090ABC}" dt="2026-01-19T21:28:21.931" v="741" actId="20577"/>
          <ac:spMkLst>
            <pc:docMk/>
            <pc:sldMk cId="775558450" sldId="262"/>
            <ac:spMk id="3" creationId="{66B68375-3E9B-4BED-B1B7-95C21D7605AF}"/>
          </ac:spMkLst>
        </pc:spChg>
        <pc:spChg chg="add del mod">
          <ac:chgData name="Дудолад Ярослав Сергійович" userId="4fdd9bf2-ce48-4e70-bf4f-a7607616b4a8" providerId="ADAL" clId="{F1152C23-5F40-421C-A49C-943A22090ABC}" dt="2026-01-19T21:27:31.282" v="694"/>
          <ac:spMkLst>
            <pc:docMk/>
            <pc:sldMk cId="775558450" sldId="262"/>
            <ac:spMk id="4" creationId="{409FD68A-2CBD-4C78-8E0A-66229A5922D2}"/>
          </ac:spMkLst>
        </pc:spChg>
      </pc:sldChg>
      <pc:sldMasterChg chg="addSldLayout">
        <pc:chgData name="Дудолад Ярослав Сергійович" userId="4fdd9bf2-ce48-4e70-bf4f-a7607616b4a8" providerId="ADAL" clId="{F1152C23-5F40-421C-A49C-943A22090ABC}" dt="2026-01-19T20:56:28.435" v="0" actId="680"/>
        <pc:sldMasterMkLst>
          <pc:docMk/>
          <pc:sldMasterMk cId="1837785241" sldId="2147483648"/>
        </pc:sldMasterMkLst>
        <pc:sldLayoutChg chg="add">
          <pc:chgData name="Дудолад Ярослав Сергійович" userId="4fdd9bf2-ce48-4e70-bf4f-a7607616b4a8" providerId="ADAL" clId="{F1152C23-5F40-421C-A49C-943A22090ABC}" dt="2026-01-19T20:56:28.435" v="0" actId="680"/>
          <pc:sldLayoutMkLst>
            <pc:docMk/>
            <pc:sldMasterMk cId="1837785241" sldId="2147483648"/>
            <pc:sldLayoutMk cId="4002754238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CA1FB-ACC5-4E20-A21A-DF4BED7D6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1665D9C-8A12-45F8-BE04-8583A2779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0275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78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2E7FD-8C87-4A67-A596-07F28AFA8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262" y="1131888"/>
            <a:ext cx="10277475" cy="2387600"/>
          </a:xfrm>
        </p:spPr>
        <p:txBody>
          <a:bodyPr anchor="ctr"/>
          <a:lstStyle/>
          <a:p>
            <a:r>
              <a:rPr lang="uk-UA" dirty="0"/>
              <a:t>Проект </a:t>
            </a:r>
            <a:r>
              <a:rPr lang="en-US" dirty="0"/>
              <a:t>“</a:t>
            </a:r>
            <a:r>
              <a:rPr lang="uk-UA" dirty="0"/>
              <a:t>Продаж Автомобілів</a:t>
            </a:r>
            <a:r>
              <a:rPr lang="en-US" dirty="0"/>
              <a:t>”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155F10D-5F08-479E-B198-661A20CE5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8775" y="3230563"/>
            <a:ext cx="9144000" cy="1655762"/>
          </a:xfrm>
        </p:spPr>
        <p:txBody>
          <a:bodyPr/>
          <a:lstStyle/>
          <a:p>
            <a:pPr algn="r"/>
            <a:r>
              <a:rPr lang="uk-UA" dirty="0"/>
              <a:t>Виконав учень академії </a:t>
            </a:r>
            <a:r>
              <a:rPr lang="en-US" dirty="0" err="1"/>
              <a:t>ItStep</a:t>
            </a:r>
            <a:r>
              <a:rPr lang="uk-UA" dirty="0"/>
              <a:t> </a:t>
            </a:r>
          </a:p>
          <a:p>
            <a:pPr algn="r"/>
            <a:r>
              <a:rPr lang="uk-UA" dirty="0"/>
              <a:t>Дудолад Ярослав</a:t>
            </a:r>
          </a:p>
        </p:txBody>
      </p:sp>
    </p:spTree>
    <p:extLst>
      <p:ext uri="{BB962C8B-B14F-4D97-AF65-F5344CB8AC3E}">
        <p14:creationId xmlns:p14="http://schemas.microsoft.com/office/powerpoint/2010/main" val="3373503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125BDC-61A9-4D07-8D48-45625C0FB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288"/>
            <a:ext cx="9144000" cy="2387600"/>
          </a:xfrm>
        </p:spPr>
        <p:txBody>
          <a:bodyPr anchor="ctr"/>
          <a:lstStyle/>
          <a:p>
            <a:r>
              <a:rPr lang="uk-UA" dirty="0"/>
              <a:t>Постановка проблеми</a:t>
            </a:r>
            <a:br>
              <a:rPr lang="uk-UA" dirty="0"/>
            </a:br>
            <a:r>
              <a:rPr lang="uk-UA" dirty="0"/>
              <a:t>(</a:t>
            </a:r>
            <a:r>
              <a:rPr lang="uk-UA" sz="5400" dirty="0"/>
              <a:t>технічне завдання)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D8A7BCC-7A41-44D1-B0A0-C8D8DC63A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175" y="2667000"/>
            <a:ext cx="10915650" cy="3924300"/>
          </a:xfrm>
        </p:spPr>
        <p:txBody>
          <a:bodyPr/>
          <a:lstStyle/>
          <a:p>
            <a:pPr algn="l"/>
            <a:r>
              <a:rPr lang="uk-UA" dirty="0"/>
              <a:t>	</a:t>
            </a:r>
            <a:r>
              <a:rPr lang="uk-UA" b="1" dirty="0"/>
              <a:t>Мета</a:t>
            </a:r>
            <a:r>
              <a:rPr lang="uk-UA" dirty="0"/>
              <a:t>: </a:t>
            </a:r>
            <a:r>
              <a:rPr lang="ru-RU" dirty="0"/>
              <a:t>Розробити програмну систему для обліку та управління продажем автомобілів різних типів з використанням принципів обʼєктно-орієнтованого програмування мовою C++.</a:t>
            </a:r>
          </a:p>
          <a:p>
            <a:pPr algn="l"/>
            <a:r>
              <a:rPr lang="ru-RU" b="1" dirty="0"/>
              <a:t>	</a:t>
            </a:r>
            <a:r>
              <a:rPr lang="ru-RU" b="1" dirty="0" err="1"/>
              <a:t>Основні</a:t>
            </a:r>
            <a:r>
              <a:rPr lang="ru-RU" b="1" dirty="0"/>
              <a:t> </a:t>
            </a:r>
            <a:r>
              <a:rPr lang="ru-RU" b="1" dirty="0" err="1"/>
              <a:t>задачі</a:t>
            </a:r>
            <a:r>
              <a:rPr lang="ru-RU" b="1" dirty="0"/>
              <a:t> проєкту: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про </a:t>
            </a:r>
            <a:r>
              <a:rPr lang="ru-RU" dirty="0" err="1"/>
              <a:t>автомобілі</a:t>
            </a:r>
            <a:r>
              <a:rPr lang="ru-RU" dirty="0"/>
              <a:t> різних типів;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err="1"/>
              <a:t>Додавання</a:t>
            </a:r>
            <a:r>
              <a:rPr lang="ru-RU" dirty="0"/>
              <a:t>, </a:t>
            </a:r>
            <a:r>
              <a:rPr lang="ru-RU" dirty="0" err="1"/>
              <a:t>видалення</a:t>
            </a:r>
            <a:r>
              <a:rPr lang="ru-RU" dirty="0"/>
              <a:t> та перегляд </a:t>
            </a:r>
            <a:r>
              <a:rPr lang="ru-RU" dirty="0" err="1"/>
              <a:t>інформації</a:t>
            </a:r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err="1"/>
              <a:t>Пошук</a:t>
            </a:r>
            <a:r>
              <a:rPr lang="ru-RU" dirty="0"/>
              <a:t> і </a:t>
            </a:r>
            <a:r>
              <a:rPr lang="ru-RU" dirty="0" err="1"/>
              <a:t>сортування</a:t>
            </a:r>
            <a:r>
              <a:rPr lang="ru-RU" dirty="0"/>
              <a:t> автомобілів за </a:t>
            </a:r>
            <a:r>
              <a:rPr lang="ru-RU" dirty="0" err="1"/>
              <a:t>заданими</a:t>
            </a:r>
            <a:r>
              <a:rPr lang="ru-RU" dirty="0"/>
              <a:t> </a:t>
            </a:r>
            <a:r>
              <a:rPr lang="ru-RU" dirty="0" err="1"/>
              <a:t>критеріями</a:t>
            </a:r>
            <a:r>
              <a:rPr lang="ru-RU" dirty="0"/>
              <a:t>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 err="1"/>
              <a:t>Збереження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у файл.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28426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F2BB6-1B0A-4C87-8CEE-9397F1CC4A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ABE7A8F-5E22-429C-99B8-DC11B5C68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834190-1503-4239-832A-7A6953F58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12268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0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8B06C6-E995-4640-A967-B0434B807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288"/>
            <a:ext cx="9144000" cy="2387600"/>
          </a:xfrm>
        </p:spPr>
        <p:txBody>
          <a:bodyPr anchor="ctr"/>
          <a:lstStyle/>
          <a:p>
            <a:r>
              <a:rPr lang="uk-UA" dirty="0"/>
              <a:t>Користувачі проекту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EFB1D349-42C1-4065-8BE0-F41CF4A21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181225"/>
            <a:ext cx="10439400" cy="3657600"/>
          </a:xfrm>
        </p:spPr>
        <p:txBody>
          <a:bodyPr/>
          <a:lstStyle/>
          <a:p>
            <a:pPr algn="l"/>
            <a:r>
              <a:rPr lang="ru-RU" dirty="0"/>
              <a:t>Користувачами проєкту можуть бути працівники автосалону або менеджери, які ведуть облік автомобілів. Також система підходить для навчальних цілей, оскільки демонструє використання об’єктно-орієнтованого програмування та стандартних контейнерів C++.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99689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7DF85-B362-47C9-ABCA-004CD8AEC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 anchor="ctr"/>
          <a:lstStyle/>
          <a:p>
            <a:r>
              <a:rPr lang="uk-UA" dirty="0"/>
              <a:t>Функціонал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218ED98-6CBE-49FB-98CB-8015F1522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550" y="1520262"/>
            <a:ext cx="11010900" cy="4543425"/>
          </a:xfrm>
        </p:spPr>
        <p:txBody>
          <a:bodyPr anchor="ctr"/>
          <a:lstStyle/>
          <a:p>
            <a:pPr algn="l"/>
            <a:r>
              <a:rPr lang="uk-UA" dirty="0"/>
              <a:t>Програма пропонує користувачеві такі можливості: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uk-UA" dirty="0"/>
              <a:t>Додавання машин кожного з трьох типів(вживані, спортивні та спеціальні);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uk-UA" dirty="0"/>
              <a:t>Видалення машини за маркою;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uk-UA" dirty="0"/>
              <a:t>Сортування машин за ціною;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uk-UA" dirty="0"/>
              <a:t>Відображення всіх машин;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uk-UA" dirty="0"/>
              <a:t>Завантаження та вивантаження їх з файлу;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606122-694A-4D0A-9E30-646AFEE7A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45" y="3651299"/>
            <a:ext cx="3063552" cy="282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38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CB7FB-F3E6-4103-8228-EF2A3445D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A02F222-E971-49D5-AB50-57613AF12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E5DC44A-4713-45F1-A837-E56DC6741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6569"/>
            <a:ext cx="4119973" cy="350996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5EF708B-5E76-4B4F-8E93-EF6358294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130" y="28712"/>
            <a:ext cx="4119973" cy="34812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2683BC5-F603-4576-9DFA-C298F3D148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103" y="41646"/>
            <a:ext cx="3991897" cy="337078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447BE36-2908-416B-880B-49C23A7015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06" y="3509963"/>
            <a:ext cx="4139378" cy="334803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C46E8FF-16E6-4F05-85ED-E3C3303277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130" y="3428999"/>
            <a:ext cx="4119973" cy="342900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1F057D5-0FE1-4928-B871-4EA6F2B796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263" y="3412429"/>
            <a:ext cx="3991898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99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F9F1D-F2E8-4EA0-BD69-187CA12A5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 anchor="ctr"/>
          <a:lstStyle/>
          <a:p>
            <a:r>
              <a:rPr lang="uk-UA" dirty="0"/>
              <a:t>Висновки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6B68375-3E9B-4BED-B1B7-95C21D760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837" y="1477963"/>
            <a:ext cx="10982325" cy="4284662"/>
          </a:xfrm>
        </p:spPr>
        <p:txBody>
          <a:bodyPr/>
          <a:lstStyle/>
          <a:p>
            <a:endParaRPr lang="uk-UA" dirty="0"/>
          </a:p>
          <a:p>
            <a:pPr algn="l"/>
            <a:r>
              <a:rPr lang="uk-UA" dirty="0"/>
              <a:t>У ході виконання проєкту було розроблено програму, яка реалізує основні вимоги поставленого технічного завдання.</a:t>
            </a:r>
          </a:p>
          <a:p>
            <a:pPr algn="l"/>
            <a:r>
              <a:rPr lang="uk-UA" dirty="0"/>
              <a:t>Під час роботи були застосовані принципи об’єктно-орієнтованого програмування, зокрема інкапсуляція, успадкування та поліморфізм.</a:t>
            </a:r>
          </a:p>
          <a:p>
            <a:pPr algn="l"/>
            <a:r>
              <a:rPr lang="uk-UA" dirty="0"/>
              <a:t>Проєкт дозволив закріпити практичні навички роботи з класами, динамічною пам’яттю, колекціями даних, а також операціями додавання, видалення, пошуку та сортування об’єктів.</a:t>
            </a:r>
          </a:p>
          <a:p>
            <a:pPr algn="l"/>
            <a:r>
              <a:rPr lang="uk-UA" dirty="0"/>
              <a:t>Поставлена задача була виконана повністю, а створене програмне рішення може бути використане як основа для подальшого розширення функціоналу або вдосконалення інтерфейсу.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755584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228</Words>
  <Application>Microsoft Office PowerPoint</Application>
  <PresentationFormat>Широкий екран</PresentationFormat>
  <Paragraphs>25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Проект “Продаж Автомобілів”</vt:lpstr>
      <vt:lpstr>Постановка проблеми (технічне завдання)</vt:lpstr>
      <vt:lpstr>Презентація PowerPoint</vt:lpstr>
      <vt:lpstr>Користувачі проекту</vt:lpstr>
      <vt:lpstr>Функціонал</vt:lpstr>
      <vt:lpstr>Презентація PowerPoint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“Продаж Автомобілів”</dc:title>
  <dc:creator>Дудолад Ярослав Сергійович</dc:creator>
  <cp:lastModifiedBy>Дудолад Ярослав Сергійович</cp:lastModifiedBy>
  <cp:revision>3</cp:revision>
  <dcterms:created xsi:type="dcterms:W3CDTF">2026-01-19T20:55:17Z</dcterms:created>
  <dcterms:modified xsi:type="dcterms:W3CDTF">2026-01-20T18:14:25Z</dcterms:modified>
</cp:coreProperties>
</file>